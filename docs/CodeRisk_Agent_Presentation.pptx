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CodeRisk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0FFD1"/>
                </a:solidFill>
              </a:defRPr>
            </a:pPr>
            <a:r>
              <a:t>AI-Powered Code Security Analysis · Running Entirely on Local AMD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Track 2: Agentic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D700"/>
                </a:solidFill>
              </a:defRPr>
            </a:pPr>
            <a:r>
              <a:t>Yang Weike (Solo Developer)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Qwen2.5-Coder-32B-Instruct · AMD Radeon Pro W7900 · ROCm 7.2.4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D1C24"/>
                </a:solidFill>
              </a:defRPr>
            </a:pPr>
            <a:r>
              <a:t>The Enterprise Code Security Dilemma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</a:defRPr>
            </a:pPr>
            <a:r>
              <a:t>Traditional Static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</a:defRPr>
            </a:pPr>
            <a:r>
              <a:t>❌ Pure pattern matching — misses logic bugs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</a:defRPr>
            </a:pPr>
            <a:r>
              <a:t>❌ No reasoning about code intent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</a:defRPr>
            </a:pPr>
            <a:r>
              <a:t>❌ High false positive 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</a:defRPr>
            </a:pPr>
            <a:r>
              <a:t>Cloud AI (Copilot, Snyk)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</a:defRPr>
            </a:pPr>
            <a:r>
              <a:t>❌ Source code uploaded to cloud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</a:defRPr>
            </a:pPr>
            <a:r>
              <a:t>❌ HIPAA / GDPR compliance risk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</a:defRPr>
            </a:pPr>
            <a:r>
              <a:t>❌ Black-box analysis — no evidence chain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286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FFD1"/>
                </a:solidFill>
              </a:defRPr>
            </a:pPr>
            <a:r>
              <a:t>CodeRisk Agent =</a:t>
            </a:r>
            <a:br/>
            <a:r>
              <a:t>AI Depth + Local Security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1148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</a:defRPr>
            </a:pPr>
            <a:r>
              <a:t>✅ Understands code logic (like cloud AI)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</a:defRPr>
            </a:pPr>
            <a:r>
              <a:t>✅ Runs on local AMD GPU (like static analysis)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</a:defRPr>
            </a:pPr>
            <a:r>
              <a:t>✅ Zero external API calls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D1C24"/>
                </a:solidFill>
              </a:defRPr>
            </a:pPr>
            <a:r>
              <a:t>4-Agent Pipeline Architecture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1371600"/>
                <a:gridCol w="5029200"/>
              </a:tblGrid>
              <a:tr h="6096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Agent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Compute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Key Capability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Agent 1: Static Analyzer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Pattern matching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CPU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27 rules (C:13, Python:14)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Agent 2: Semantic Analyzer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LLM understanding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GPU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CoT reasoning, discovers missed vulns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Agent 3: Deep Verifier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Triple cross-validation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GPU+CPU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Self-reflection, memory recall, CVE lookup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Agent 4: Report Generator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Output formatting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CPU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JSON, Markdown, Rich terminal, SARIF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Orchestrator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State machine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CPU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INIT→PARSE→ANALYZE→VERIFY→REPORT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D1C24"/>
                </a:solidFill>
              </a:defRPr>
            </a:pPr>
            <a:r>
              <a:t>What Makes It Different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8961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097280"/>
                <a:gridCol w="1097280"/>
                <a:gridCol w="1097280"/>
                <a:gridCol w="1097280"/>
                <a:gridCol w="2011680"/>
              </a:tblGrid>
              <a:tr h="58782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Capability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Semgrep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Snyk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CodeQL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Copilot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CodeRisk Agent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Local execution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LLM semantic analysis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CVE/NVD integration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✅ (local)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Self-learning memory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Triple cross-validation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Privacy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D1C24"/>
                </a:solidFill>
              </a:defRPr>
            </a:pPr>
            <a:r>
              <a:t>AMD ROCm GPU Integration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5029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1828800"/>
              </a:tblGrid>
              <a:tr h="5486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Optimization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Effect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HIP Backend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GGML_HIP=ON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AMD GPU acceleration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FlashAttention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-fa 1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Confirmed active (10.3%)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Q4_K_M Quantization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4-bit GGUF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19.6 GB model size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Concurrency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max_workers=1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Prevent VRAM contention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</a:defRPr>
            </a:pPr>
            <a:r>
              <a:t>Key 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7373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GGML_HIPBLAS → GGML_HIP (ROCm 7.x)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Silent CPU fallback — 6-step debugging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rocprof: 244,233 kernel dispatches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474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</a:defRPr>
            </a:pPr>
            <a:r>
              <a:t>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0233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Token Gen: 105 t/s (15.4× vs CPU)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Prompt Proc: 667 t/s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VRAM: 50.7 GB (98.5%)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D1C24"/>
                </a:solidFill>
              </a:defRPr>
            </a:pPr>
            <a:r>
              <a:t>ROCm Deep Optimization Experiments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5029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45920"/>
                <a:gridCol w="1554480"/>
              </a:tblGrid>
              <a:tr h="6858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Experiment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Conclusion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Q4 vs Q5 Quantization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Q4: 29.4, Q5: 27.2 t/s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Q4 is 8.1% faster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MIOpen Exhaustive Search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29.4 t/s (same)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Default kernels optimal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ROCm Env Variables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±0.3% (noise)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HIP backend auto-tuned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0" y="1188720"/>
          <a:ext cx="5029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45920"/>
                <a:gridCol w="1554480"/>
              </a:tblGrid>
              <a:tr h="6858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KV Cache Size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VRAM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Token Gen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2K context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20.7 GB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29.4 t/s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8K context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22.3 GB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29.4 t/s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116K (default)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50.7 GB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29.4 t/s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</a:defRPr>
            </a:pPr>
            <a:r>
              <a:t>Key 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Token generation is compute-bound (constant 29.4 t/s regardless of context/quantization/env vars)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VRAM is dominated by KV cache (30 GB for 116K context), not model weights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llama.cpp's HIP backend is already well-optimized — no manual tuning needed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Q4_K_M is the optimal quantization for code security analysis on W7900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D1C24"/>
                </a:solidFill>
              </a:defRPr>
            </a:pPr>
            <a:r>
              <a:t>GPU Kernel Profiling (244,233 dispatches)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371600"/>
                <a:gridCol w="914400"/>
                <a:gridCol w="5486400"/>
              </a:tblGrid>
              <a:tr h="6096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Dispatches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%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Insight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Quantization (FP16→INT8)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75,859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31.1%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Inherent to Q4_K_M format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Matrix Operations (GEMM)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75,858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31.1%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Core compute, llama.cpp optimized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Normalization + RoPE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50,810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20.8%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Per-layer, per-token operations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FlashAttention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25,178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10.3%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Confirmed active via profiling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Memory Transfers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2,269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0.9%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GPU is compute-bound, not memory-bound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FFD1"/>
                </a:solidFill>
              </a:defRPr>
            </a:pPr>
            <a:r>
              <a:t>Optimization Opportunities: Fused dequant+matmul (~25% dispatch reduction), HIPBLASlt integration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D1C24"/>
                </a:solidFill>
              </a:defRPr>
            </a:pPr>
            <a:r>
              <a:t>Real-World Validation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572000"/>
                <a:gridCol w="3200400"/>
              </a:tblGrid>
              <a:tr h="5715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Finding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testasp.vulnweb.com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SQL Injection (boolean-based blind)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✅ Confirmed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testasp.vulnweb.com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XSS (reflected)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✅ Confirmed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demo.testfire.net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Full pipeline scan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</a:defRPr>
                      </a:pPr>
                      <a:r>
                        <a:t>✅ All agents operational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</a:defRPr>
            </a:pPr>
            <a:r>
              <a:t>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51 unit tests, all passing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47-48 risks detected in E2E test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Zero network calls (tcpdump verified)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Agent 3 self-reflection found 4 additional risks + suppressed 1 false positive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</a:defRPr>
            </a:pPr>
            <a:r>
              <a:t>Reproducibility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Complete build instructions + benchmark.py script + expected results documented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CodeRisk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0FFD1"/>
                </a:solidFill>
              </a:defRPr>
            </a:pPr>
            <a:r>
              <a:t>AI Code Security · Local AMD GPU · Zero Cloud Dependency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</a:defRPr>
            </a:pPr>
            <a:r>
              <a:t>15.4×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</a:defRPr>
            </a:pPr>
            <a:r>
              <a:t>GPU vs CPU</a:t>
            </a:r>
            <a:br/>
            <a:r>
              <a:t>Speedup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29260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</a:defRPr>
            </a:pPr>
            <a:r>
              <a:t>47-48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36576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</a:defRPr>
            </a:pPr>
            <a:r>
              <a:t>Risks per</a:t>
            </a:r>
            <a:br/>
            <a:r>
              <a:t>Scan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9260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</a:defRPr>
            </a:pPr>
            <a: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6576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</a:defRPr>
            </a:pPr>
            <a:r>
              <a:t>External</a:t>
            </a:r>
            <a:br/>
            <a:r>
              <a:t>API Calls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9260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</a:defRPr>
            </a:pPr>
            <a:r>
              <a:t>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6576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</a:defRPr>
            </a:pPr>
            <a:r>
              <a:t>Unit Tests</a:t>
            </a:r>
            <a:br/>
            <a:r>
              <a:t>Passing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9260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</a:defRPr>
            </a:pPr>
            <a:r>
              <a:t>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36576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</a:defRPr>
            </a:pPr>
            <a:r>
              <a:t>Detection</a:t>
            </a:r>
            <a:br/>
            <a:r>
              <a:t>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9260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</a:defRPr>
            </a:pPr>
            <a:r>
              <a:t>244,233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36576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</a:defRPr>
            </a:pPr>
            <a:r>
              <a:t>GPU Kernel</a:t>
            </a:r>
            <a:br/>
            <a:r>
              <a:t>Dispatches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46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 Agents · Triple Cross-Validation · Self-Reflection · Dual 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86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FFD1"/>
                </a:solidFill>
              </a:defRPr>
            </a:pPr>
            <a:r>
              <a:t>github.com/a9320/Radeon-hackathon-2026-07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486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CCCCCC"/>
                </a:solidFill>
              </a:defRPr>
            </a:pPr>
            <a:r>
              <a:t>Yang Weike (Solo Developer) · Track 2: Agentic 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