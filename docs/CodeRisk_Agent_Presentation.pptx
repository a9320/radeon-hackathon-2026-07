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CodeRisk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FFD1"/>
                </a:solidFill>
              </a:defRPr>
            </a:pPr>
            <a:r>
              <a:t>AI-Powered Code Security Analysis on AMD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AMD AI DevMaster Hackathon — Track 2: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Yang Weike | Solo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Qwen2.5-Coder-32B | AMD Radeon Pro W7900 | ROCm 7.2.4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Enterprises need AI-powered code security, but cannot upload source code to the cloud.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🔒 Compliance: HIPAA, GDPR, classified systems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💡 IP Protection: Core algorithms are trade secrets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📋 Corporate Policy: Samsung, Apple, Amazon banned cloud AI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📊 25,000+ new CVEs published annually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💰 Average data breach cost: $4.88M (IBM,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The Gap: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0175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Semgrep: finds patterns, misses logic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Cloud AI: understands code, requires upload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No solution combines deep AI + local-only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029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D1"/>
                </a:solidFill>
              </a:defRPr>
            </a:pPr>
            <a:r>
              <a:t>Until now.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4-Agent Pipeline Architecture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371600"/>
                <a:gridCol w="45720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Compute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Capability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Agent 1: Static Analyzer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Pattern matching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27 rules (C:13, Python:14)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Agent 2: Semantic Analyzer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LLM-driven analysis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Validates findings, discovers missed risks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Agent 3: Deep Verifier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Triple cross-validation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GPU+CPU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CVE lookup + memory + self-reflection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Agent 4: Report Generator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Output formatting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JSON, Markdown, Rich terminal, SARIF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Orchestrator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State machine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INIT→PARSE→ANALYZE→VERIFY→REPORT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D1"/>
                </a:solidFill>
              </a:defRPr>
            </a:pPr>
            <a:r>
              <a:t>🧠 Triple Cross-Validation: Tool Confirmation + CWE Knowledge Base + Local CVE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Key Innovation: What Makes Us Different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8961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1097280"/>
                <a:gridCol w="1097280"/>
                <a:gridCol w="1097280"/>
                <a:gridCol w="2011680"/>
              </a:tblGrid>
              <a:tr h="5225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Semgrep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Snyk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CodeQL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Copilot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CodeRisk Agent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Local execution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LLM semantic analysis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CVE/NVD integration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 (local)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Self-learning memory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Triple cross-validation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Privacy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Only tool combining LLM analysis + local execution + self-learning memory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AMD GPU &amp; ROCm Integration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4572000"/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AMD Technology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How We Use It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ROCm 7.2.4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Core GPU compute platform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Latest HIP runtime + MIOpen kernels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HIP Backend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GPU inference via llama.cpp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Direct GPU access, no CUDA abstraction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MIOpen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Auto-tuned attention kernels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Optimized for RDNA 3 architecture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RDNA 3 / W7900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48GB GDDR6 VRAM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32B model at 41% utilization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rocm-smi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GPU monitoring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Real-time VRAM/temp/utilization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029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Performance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</a:defRPr>
            </a:pPr>
            <a:r>
              <a:t>GPU: 105 t/s | CPU: 6.8 t/s | Speedup: 15.4×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</a:defRPr>
            </a:pPr>
            <a:r>
              <a:t>VRAM: 19.6 GB (41% of 48GB)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029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Key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669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</a:defRPr>
            </a:pPr>
            <a:r>
              <a:t>GGML_HIPBLAS → GGML_HIP (ROCm 7.x rename)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</a:defRPr>
            </a:pPr>
            <a:r>
              <a:t>Silent fallback to CPU — real debugging 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Real-World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32004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testasp.vulnweb.com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SQL Injection (boolean-based blind)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 Confirmed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testasp.vulnweb.com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XSS (reflected)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 Confirmed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jxnu.edu.cn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SVN repository exposure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⚠️ Temporarily exposed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demo.testfire.net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Full pipeline scan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✅ All agents operational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</a:defRPr>
            </a:pPr>
            <a:r>
              <a:t>51 unit tests, all passing  |  47-48 risks detected in E2E test  |  Zero network calls (tcpdump verified)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</a:defRPr>
            </a:pPr>
            <a:r>
              <a:t>Agent 3 self-reflection found 4 additional risks + suppressed 1 false positive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Reproducibility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✅ Complete build instructions provided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✅ ROCm 7.2.4 required (7.2.1 will NOT work)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✅ benchmark.py script included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✅ Expected results documented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✅ Zero network calls verification method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✅ Local CVE database build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Expected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228600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4000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Unit tests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51/51 passing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E2E risks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47-48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E2E duration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~18 min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GPU speed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~105 t/s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CPU speed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~6.8 t/s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~15.4×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Network calls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Future 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5029200"/>
              </a:tblGrid>
              <a:tr h="406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Java support (15+ OWASP rules)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Broader language coverage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Go support (goroutine analysis)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Broader language coverage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rocprof kernel profiling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Identify GPU bottlenecks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Cross-function taint analysis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Deeper vulnerability detection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Continuous batching (vLLM)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3-5× throughput for batch scans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Multi-model pipeline (7B+32B)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Faster initial screening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Web UI + IDE plugin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Better developer experience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CI/CD integration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CCCC"/>
                          </a:solidFill>
                        </a:defRPr>
                      </a:pPr>
                      <a:r>
                        <a:t>Automated security scanning</a:t>
                      </a:r>
                    </a:p>
                  </a:txBody>
                  <a:tcPr>
                    <a:solidFill>
                      <a:srgbClr val="15152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Language coverage (C + Python) was a deliberate scope decision: deep rule quality over shallow multi-language coverage.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D1C24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🏗️  4-Agent architecture with triple cross-validation + self-reflection loop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🧠  32B LLM running entirely on AMD Radeon Pro W7900 (105 t/s, 15.4× speedup)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🔒  Zero network calls — code never leaves the machine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📊  51 tests passing, real-world vulnerability detection validated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📝  Comprehensive documentation with reproducibility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</a:defRPr>
            </a:pPr>
            <a: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Yang Weike — Solo Developer (Architecture, Implementation, Testing, Documentation)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AI assistants used as development tools (DeepSeek, Claude, Kimi, Qwen)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FD1"/>
                </a:solidFill>
              </a:defRPr>
            </a:pPr>
            <a:r>
              <a:t>Repository: github.com/a9320/Radeon-hackathon-2026-07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