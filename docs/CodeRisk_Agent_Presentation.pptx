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AI-Powered Code Security Analysis · Running Entirely on Local AMD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Track 2: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700"/>
                </a:solidFill>
              </a:defRPr>
            </a:pPr>
            <a:r>
              <a:t>Yang Weike (Solo Developer)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Qwen2.5-Coder-32B-Instruct · AMD Radeon Pro W7900 · ROCm 7.2.4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FFD1"/>
                </a:solidFill>
              </a:defRPr>
            </a:pPr>
            <a:r>
              <a:t>github.com/a9320/Radeon-hackathon-2026-07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The Enterprise Code Security Dilemma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Traditional Static Analysis (Semgrep, Clang-Tidy)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Pure pattern matching — misses logic bugs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No reasoning about code intent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High false positive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Cloud AI (GitHub Copilot, Snyk)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Source code uploaded to cloud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HIPAA / GDPR / SOX compliance risk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❌ Black-box analysis — no evidence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FFD1"/>
                </a:solidFill>
              </a:defRPr>
            </a:pPr>
            <a:r>
              <a:t>CodeRisk Agent =</a:t>
            </a:r>
            <a:br/>
            <a:r>
              <a:t>AI Depth + Local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Understands code logic (like cloud AI)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Runs on local AMD GPU (like static analysis)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Zero external API calls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One Command, 4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FFD1"/>
                </a:solidFill>
              </a:defRPr>
            </a:pPr>
            <a:r>
              <a:t>INIT  →  PARSE  →  ANALYZE  →  VERIFY  →  REPORT  → 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Orchestrator State Machine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7432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5029200"/>
              </a:tblGrid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Key 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1: Static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Pattern matching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27 rules (C:13, Python:14), millisecond speed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2: Semantic Analyzer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LLM understanding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CoT reasoning, validates Agent 1, discovers missed vulns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3: Deep Verifier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GPU+CPU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Self-reflection loop, memory recall, CVE lookup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4: Report Generator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Output formatting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JSON, Markdown, Rich terminal, SARIF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INIT→PARSE→ANALYZE→VERIFY→REPORT, error handling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Triple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Tool confirmation (Semgrep + taint)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CWE knowledge base (MITRE ATT&amp;CK)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Local CVE database (69,686 entries)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→ Reduces false positives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Self-Reflection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Round 1: Validate existing findings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Round 2: "What did we miss?"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Discovers 4 additional risks per scan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→ Higher detection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Dual Memory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Correct Memory: Confirmed TPs → boost confidence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Error Memory: Confirmed FPs → suppress noise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JSON persistence across sessions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→ Gets smarter over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How We Compare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8961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97280"/>
                <a:gridCol w="1097280"/>
                <a:gridCol w="1097280"/>
                <a:gridCol w="1097280"/>
                <a:gridCol w="20116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Semgrep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Snyk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CodeQL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Copilot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CodeRisk 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execution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LLM semantic analysis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CVE/NVD integration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 (local)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Self-learning memory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Triple cross-validation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Evidence chain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Black box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Full traceability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Privacy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FFD1"/>
                </a:solidFill>
              </a:defRPr>
            </a:pPr>
            <a:r>
              <a:t>Only tool combining LLM analysis + local execution + self-learning memory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AMD ROCm GPU Optimization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Optimization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HIP Backend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GGML_HIP=ON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AMD GPU acceleration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Layer Offload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-ngl 999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All layers on GPU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Flash Attention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-fa 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30-50% latency reduction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4-bit Quantization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Q4_K_M (GGUF)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19.6 GB / 48 GB VRAM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Concurrency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max_workers=1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Prevent VRAM contention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Key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737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GGML_HIPBLAS → GGML_HIP (ROCm 7.x rename)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Silent fallback to CPU — real debugging story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Root cause traced through 6-step investigation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Inference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Qwen2.5-Coder-32B-Instruct (GGUF Q4_K_M)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→ llama.cpp + HIP Backend (GGML_HIP=ON)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→ AMD Radeon Pro W7900 (48GB, ROCm 7.2.4)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Separate llama-server process via HTTP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Performance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AMD Radeon Pro W7900 (48 GB) · ROCm 7.2.4 · Qwen2.5-Coder-32B-Instruct Q4_K_M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00584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Token Generation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105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6.8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15.4×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Prompt Processing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628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VRAM Usage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19.6 GB (41%)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 Temperature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26°C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73736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E2E Metric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 Files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5 (C + Python)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Risks Detected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47-48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Total Time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~18 min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 Equivalent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&gt;2 hours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Agent Timing Breakdown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49377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4572000"/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Compute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1: Static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~0.004s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2: Semantic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~14 min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 (LLM)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3: Verifier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~3 min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GPU+CPU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Agent 4: Report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~0.5s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&lt;0.1%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Analysis Output — Real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═══════════════════════════════════════════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CodeRisk Agent — Analysis Report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═══════════════════════════════════════════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Files analyzed: 5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Total risks: 47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Analysis time: ~18 min (32B)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┌──────────┬──────────┬─────────────────────┐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Severity │ CWE      │ Title            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├──────────┼──────────┼─────────────────────┤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CRITICAL │ CWE-120  │ Buffer overflow  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CRITICAL │ CWE-78   │ Command injection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HIGH     │ CWE-415  │ Double free      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HIGH     │ CWE-502  │ Deserialization  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│ MEDIUM   │ CWE-476  │ NULL dereference    │</a:t>
            </a:r>
          </a:p>
          <a:p>
            <a:pPr>
              <a:defRPr sz="1300">
                <a:solidFill>
                  <a:srgbClr val="00FFD1"/>
                </a:solidFill>
                <a:latin typeface="Courier New"/>
              </a:defRPr>
            </a:pPr>
            <a:r>
              <a:t>  └──────────┴──────────┴─────────────────────┘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Risk Detail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20116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RISK-014: Buffer Overflow via strcpy()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Severity: HIGH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Confidence: HIGH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Source: CWE-120 (Classic Buffer Overflow)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Evidence: char buf[64]; strcpy(buf, input);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Fix: Use strncpy(buf, input, sizeof(buf)-1)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Attack Scenario: Overflow → RCE via stack smash</a:t>
            </a:r>
          </a:p>
          <a:p>
            <a:pPr>
              <a:spcAft>
                <a:spcPts val="800"/>
              </a:spcAft>
              <a:defRPr sz="1300">
                <a:solidFill>
                  <a:srgbClr val="CCCCCC"/>
                </a:solidFill>
              </a:defRPr>
            </a:pPr>
            <a:r>
              <a:t>CVE Reference: CVE-1999-0046 (CVSS 10.0)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27 Detection Rules · 51 Tests · 69,686 CVEs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828800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CWE Coverage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 Dangerous Functions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CWE-120, 134, 78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 Vulnerability Patterns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CWE-476, 415, 22, 327, 190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Python Dangerous Calls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CWE-95, 502, 611, 377, 328, 798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887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391885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 Suite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test_static_analyzer.py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test_llm_client.py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test_schemas.py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test_memory.py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test_cve_client.py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Compliance &amp; Security — Zero External Calls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50292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114800"/>
              </a:tblGrid>
              <a:tr h="2286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GGUF model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CVE Data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SQLite (NVD)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OSV Data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JSON + fallback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CWE/ATT&amp;CK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Python dictionaries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code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Report URLs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Reference links only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User-clicked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Real-World Validation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2004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Verification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SQL Injection (boolean-based blind)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Manual confirmation with crafted payloads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testasp.vulnweb.com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XSS (reflected)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Payload reflected in response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 Confirmed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jxnu.edu.cn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SVN repository exposure (.svn/entries)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Directory listing accessible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⚠️ Temporarily exposed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demo.testfire.net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Known vulnerable test app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Full pipeline scan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✅ All agents operational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Key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</a:defRPr>
            </a:pPr>
            <a:r>
              <a:t>The SQLi detection on testasp.vulnweb.com validated the entire Agent 1→2→3 pipeline:</a:t>
            </a:r>
            <a:br/>
            <a:r>
              <a:t>Agent 1 flagged the pattern → Agent 2 confirmed via LLM analysis → Agent 3 cross-referenced CVE data.</a:t>
            </a:r>
            <a:br/>
            <a:r>
              <a:t>This is not synthetic — it's a real-world vulnerable target from OWASP.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FFD1"/>
                </a:solidFill>
              </a:defRPr>
            </a:pPr>
            <a:r>
              <a:t>Testing: 51 unit tests, all passing · 47-48 risks in E2E · Zero network calls (tcpdump verified)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Reproducibility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Complete build instructions provided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ROCm 7.2.4 required (7.2.1 will NOT work)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benchmark.py script included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Expected results documented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Zero network calls verification method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Local CVE database build steps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✅ Environment requirements specified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8872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</a:tblGrid>
              <a:tr h="406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Expected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Unit tests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51/51 passing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E2E risks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47-48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E2E duration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~18 min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GPU speed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~105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CPU speed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~6.8 t/s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~15.4×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VRAM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~19.6 GB (41%)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Network calls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Future Roadmap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50292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Java support (15+ OWASP rules)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Broader language coverage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Go support (goroutine analysis)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Broader language coverage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rocprof kernel profiling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Identify GPU bottlenecks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Cross-function taint analysis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Deeper vulnerability detection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Continuous batching (vLLM)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3-5× throughput for batch scans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P2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Multi-model pipeline (7B+32B)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Faster initial screening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P3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Web UI + IDE plugin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Better developer experience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P3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CI/CD integration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Automated security scanning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</a:defRPr>
            </a:pPr>
            <a:r>
              <a:t>Language coverage (C + Python) was a deliberate scope decision: deep rule quality over shallow multi-language coverage.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D1C24"/>
                </a:solidFill>
              </a:defRPr>
            </a:pPr>
            <a:r>
              <a:t>Compliance &amp;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Runtime Data Sources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15544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A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GGUF model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CVE Data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SQLite (NVD)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OSV Data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JSON + fallback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file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CWE/ATT&amp;CK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Python dictionaries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Local code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Report URLs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Reference links only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</a:defRPr>
                      </a:pPr>
                      <a:r>
                        <a:t>User-clicked</a:t>
                      </a:r>
                    </a:p>
                  </a:txBody>
                  <a:tcPr>
                    <a:solidFill>
                      <a:srgbClr val="1515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</a:defRPr>
            </a:pPr>
            <a:r>
              <a:t>Compliance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🏥 HIPAA — Healthcare data stays on-premise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🇪🇺 GDPR — No cross-border data transfer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📊 SOX — Full audit trail via evidence chains</a:t>
            </a:r>
          </a:p>
          <a:p>
            <a:pPr>
              <a:spcAft>
                <a:spcPts val="800"/>
              </a:spcAft>
              <a:defRPr sz="1500">
                <a:solidFill>
                  <a:srgbClr val="CCCCCC"/>
                </a:solidFill>
              </a:defRPr>
            </a:pPr>
            <a:r>
              <a:t>🔒 SOC 2 — Source code never leaves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</a:defRPr>
            </a:pPr>
            <a:r>
              <a:t>Data 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One-time NVD bulk download → local SQLite (69,686 CVE entries)</a:t>
            </a:r>
          </a:p>
          <a:p>
            <a:pPr>
              <a:spcAft>
                <a:spcPts val="800"/>
              </a:spcAft>
              <a:defRPr sz="1400">
                <a:solidFill>
                  <a:srgbClr val="CCCCCC"/>
                </a:solidFill>
              </a:defRPr>
            </a:pPr>
            <a:r>
              <a:t>OSV feed → local JSON index · No API keys required at runtime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CodeRisk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FFD1"/>
                </a:solidFill>
              </a:defRPr>
            </a:pPr>
            <a:r>
              <a:t>AI Code Security · Local AMD GPU · Zero Cloud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15.4×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GPU vs CPU</a:t>
            </a:r>
            <a:br/>
            <a:r>
              <a:t>Speedup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47-48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Risks per</a:t>
            </a:r>
            <a:br/>
            <a: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External</a:t>
            </a:r>
            <a:br/>
            <a:r>
              <a:t>API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Unit Tests</a:t>
            </a:r>
            <a:br/>
            <a:r>
              <a:t>Passing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Detection</a:t>
            </a:r>
            <a:br/>
            <a:r>
              <a:t>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926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</a:defRPr>
            </a:pPr>
            <a:r>
              <a:t>69,686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6576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CVE Entries</a:t>
            </a:r>
            <a:br/>
            <a:r>
              <a:t>(Local SQLite)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 Agents · Triple Cross-Validation · Self-Reflection · Dual 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FFD1"/>
                </a:solidFill>
              </a:defRPr>
            </a:pPr>
            <a:r>
              <a:t>github.com/a9320/Radeon-hackathon-2026-07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CCCCCC"/>
                </a:solidFill>
              </a:defRPr>
            </a:pPr>
            <a:r>
              <a:t>Yang Weike (Solo Developer) · Track 2: Agentic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